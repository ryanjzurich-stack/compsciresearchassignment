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17AE72-F8AA-3972-D560-21FD296C085E}" v="17" dt="2025-11-25T05:57:36.5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AI Impact on Everyday Life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Ryan Zurich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AI Impact on Everyday Life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created xsi:type="dcterms:W3CDTF">2025-11-25T05:56:51Z</dcterms:created>
  <dcterms:modified xsi:type="dcterms:W3CDTF">2025-11-25T05:58:13Z</dcterms:modified>
</cp:coreProperties>
</file>